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02" r:id="rId2"/>
    <p:sldId id="290" r:id="rId3"/>
    <p:sldId id="268" r:id="rId4"/>
    <p:sldId id="303" r:id="rId5"/>
    <p:sldId id="278" r:id="rId6"/>
    <p:sldId id="283" r:id="rId7"/>
    <p:sldId id="289" r:id="rId8"/>
    <p:sldId id="273" r:id="rId9"/>
    <p:sldId id="301" r:id="rId10"/>
    <p:sldId id="294" r:id="rId11"/>
    <p:sldId id="295" r:id="rId12"/>
    <p:sldId id="298" r:id="rId13"/>
    <p:sldId id="299" r:id="rId14"/>
    <p:sldId id="296" r:id="rId15"/>
    <p:sldId id="3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92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C99D6-714D-4F98-9C8B-7B5E9044446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57492-95F1-4290-A095-CE556E15C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4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57492-95F1-4290-A095-CE556E15C4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05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DD901-64D1-6238-FCF1-E1E58C8C7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DD626-9280-22EC-F083-B339308C8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39522-D8A0-FB35-132B-ECEEEFFB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EFEEB-2773-C29E-F72A-2220C82A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B466A-587E-02AC-A258-328703D1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5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F09B-8B04-BBAE-0B5B-7F5E58A5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9BC3-4A14-7D8F-ABB9-BA666C2AA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99528-0CDC-0AEC-9F99-1DF47BCA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7DB70-8612-9218-372C-0A3702F0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B63A0-B883-4E24-B819-A38F4A52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7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40CC-C761-C786-1FD2-4E82B7BD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808C7-D036-99BF-0846-F8CE5AA11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1256F-A77B-A06D-46C8-CEAA13FC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BB62E-BB62-66BF-A50C-E18803E4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C83EB-3B61-2988-666F-E301C2E7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9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DDED-6A74-B1D7-1EB1-30921FDD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71D7-2114-2A66-BCA6-F592C1A37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378CC-9C51-667A-64EE-4728C3770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17793-898D-503A-A076-55F948B6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5C17D-35CC-13EC-E0A2-5C395103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487CE-9370-6741-16A1-2FBCDFF9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1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5A37-47F6-4E7F-98FD-55B7CD0F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F20A6-D581-CF75-CF68-63CAB580D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B1A8F-561B-A976-1517-7EF6966B1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839CFC-28F6-C10D-7F78-6BAB44402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8E52D-2F09-E7E3-C06A-64879667D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9B238-10F0-9D38-3EF4-A6FE6E64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66B11-396C-CD81-C138-311BE274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5B462-A773-BBDB-008D-2EA1EF83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0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8ABF-10A7-2D4E-6E62-58BB5FF2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6A4614-F570-4C57-CC90-E61E2598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D9710-7998-EA17-B6DE-3CF77F78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E62B6-650D-2759-6557-5190AAD2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3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60FD1-2F4C-C6F1-9F88-BBBDECE6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93942-908A-D43C-95E9-30EA0B02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D6305-AE08-A32C-30B1-10CB7C7D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64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4450-7E74-0D1F-CB5F-AD42A532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36CCB-3812-F3AC-8728-1B4128FAA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3ED1A-10F3-1ACD-C749-5C687DBE1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7E946-9BD3-7A65-E65E-2880BC92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F0B6D-287F-E3FA-9C8D-BF546FFF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8A439-17BA-134A-B142-4D32040A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C449-AF2B-5148-AF79-BB7776D6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D95FB-4A72-07E6-6377-C14EA3A43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37E08-5CC1-8AFB-CF6D-4B55DF6A7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EC63C-F678-F8EE-8942-9B3CF0CA5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16855-F959-801A-5F18-07A62E70B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F163E-9C61-87C3-E13A-FA8C48D8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3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6B67-99B4-D01E-4E64-9BEB98C6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4B34F-5E97-2195-D2A1-D6B0D56B9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57CC-BBF5-9416-7C37-3404FC93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0C0DE-D8B3-A9DF-4A1E-C4AE9C38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5B72D-9490-4638-D0C2-A0A2756B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9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76959D-7F5F-E590-EA01-16DC5CD9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CA504-FDA4-6F8E-57DC-59AB5E11F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14033-50A7-723C-E571-67AFED7FD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8DBD6-A540-0127-0C23-40D31E9B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E2BDD-CBF2-695E-D80F-401A811F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9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2E531-3B5A-EFF3-D814-3A38FDB6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DBC51-DD19-A91B-E438-AD951FE7F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2BC0E-4153-5329-E525-976218785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1F387-812C-45F1-93FF-6AD628DF2283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437F0-CF95-EF00-3D14-EFE3459FA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40EA1-ABDB-BB07-74DD-F8033B394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2B46D-7B50-4764-8679-50C47B2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image" Target="../media/image10.png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4.png"/><Relationship Id="rId3" Type="http://schemas.openxmlformats.org/officeDocument/2006/relationships/image" Target="../media/image1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image" Target="../media/image13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oleObject" Target="../embeddings/oleObject5.bin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image" Target="../media/image18.png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7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15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9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5.wmf"/><Relationship Id="rId18" Type="http://schemas.openxmlformats.org/officeDocument/2006/relationships/image" Target="../media/image28.png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7.png"/><Relationship Id="rId2" Type="http://schemas.openxmlformats.org/officeDocument/2006/relationships/oleObject" Target="../embeddings/oleObject10.bin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29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35.wmf"/><Relationship Id="rId18" Type="http://schemas.openxmlformats.org/officeDocument/2006/relationships/image" Target="../media/image38.png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37.png"/><Relationship Id="rId2" Type="http://schemas.openxmlformats.org/officeDocument/2006/relationships/oleObject" Target="../embeddings/oleObject16.bin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4.wmf"/><Relationship Id="rId5" Type="http://schemas.openxmlformats.org/officeDocument/2006/relationships/image" Target="../media/image3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4.bin"/><Relationship Id="rId21" Type="http://schemas.openxmlformats.org/officeDocument/2006/relationships/image" Target="../media/image43.png"/><Relationship Id="rId7" Type="http://schemas.openxmlformats.org/officeDocument/2006/relationships/oleObject" Target="../embeddings/oleObject6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22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.wmf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.bin"/><Relationship Id="rId10" Type="http://schemas.openxmlformats.org/officeDocument/2006/relationships/image" Target="../media/image3.wmf"/><Relationship Id="rId19" Type="http://schemas.openxmlformats.org/officeDocument/2006/relationships/image" Target="../media/image41.png"/><Relationship Id="rId4" Type="http://schemas.openxmlformats.org/officeDocument/2006/relationships/image" Target="../media/image4.wmf"/><Relationship Id="rId9" Type="http://schemas.openxmlformats.org/officeDocument/2006/relationships/oleObject" Target="../embeddings/oleObject3.bin"/><Relationship Id="rId1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11" Type="http://schemas.openxmlformats.org/officeDocument/2006/relationships/image" Target="../media/image50.png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49.png"/><Relationship Id="rId4" Type="http://schemas.openxmlformats.org/officeDocument/2006/relationships/image" Target="../media/image45.wmf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5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55.wmf"/><Relationship Id="rId3" Type="http://schemas.openxmlformats.org/officeDocument/2006/relationships/image" Target="../media/image45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28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54.wmf"/><Relationship Id="rId5" Type="http://schemas.openxmlformats.org/officeDocument/2006/relationships/image" Target="../media/image32.wmf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8FD6-F18E-253E-9AC8-DEAC14D7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4B4789-7957-868C-5CDD-71986B496DBC}"/>
              </a:ext>
            </a:extLst>
          </p:cNvPr>
          <p:cNvSpPr txBox="1"/>
          <p:nvPr/>
        </p:nvSpPr>
        <p:spPr>
          <a:xfrm>
            <a:off x="4853353" y="41086"/>
            <a:ext cx="2433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Default Settings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2FDBF5-1784-8C9C-6990-571BDB39B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782993"/>
              </p:ext>
            </p:extLst>
          </p:nvPr>
        </p:nvGraphicFramePr>
        <p:xfrm>
          <a:off x="910616" y="2592005"/>
          <a:ext cx="10370767" cy="2173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122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922954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2907323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3958368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4365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DENSITY (MMA, SIMP)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DENSITY (OC, SIMP)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maxIterations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500,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penal= 3,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move= 0.2,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kkt_tol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1.e-6,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step_tol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0.025,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rel_conv_tol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1.e-4,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maxIterations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500,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penal= 3,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move= 0.2,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step_tol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0.025,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rel_conv_tol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1.e-4,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rel_err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0.025,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vol_decr_max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0.05,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vol_decr_min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0.0025,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min_local_iters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2,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max_local_iters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10,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rhoVoid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0,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77C09A-F391-F665-7654-9CDDD5D9C496}"/>
              </a:ext>
            </a:extLst>
          </p:cNvPr>
          <p:cNvSpPr txBox="1"/>
          <p:nvPr/>
        </p:nvSpPr>
        <p:spPr>
          <a:xfrm>
            <a:off x="476738" y="1178046"/>
            <a:ext cx="2281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Solver: </a:t>
            </a:r>
            <a:r>
              <a:rPr lang="en-US" sz="2400" b="1" dirty="0" err="1"/>
              <a:t>Pardiso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2519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E4E4-2B94-48A1-FC16-B7C51E88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A680D9D-9C4B-B453-0957-426BD36613B6}"/>
              </a:ext>
            </a:extLst>
          </p:cNvPr>
          <p:cNvSpPr txBox="1"/>
          <p:nvPr/>
        </p:nvSpPr>
        <p:spPr>
          <a:xfrm>
            <a:off x="194028" y="103626"/>
            <a:ext cx="4339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 1a: Edge-loaded Cantilever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7F9ABF-38A3-4F7B-7FEE-59B7A9008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867087"/>
              </p:ext>
            </p:extLst>
          </p:nvPr>
        </p:nvGraphicFramePr>
        <p:xfrm>
          <a:off x="910616" y="2592005"/>
          <a:ext cx="10370767" cy="1949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622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893119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369334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592692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4365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DENSITY (MMA, SIMP)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DENSITY (OC, SIMP)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Fastest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Most 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ECF51D2B-B6AC-D71F-5070-2FE10D21B0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7713" y="1041400"/>
          <a:ext cx="146526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380880" progId="Equation.DSMT4">
                  <p:embed/>
                </p:oleObj>
              </mc:Choice>
              <mc:Fallback>
                <p:oleObj name="Equation" r:id="rId2" imgW="723600" imgH="3808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C784FC9-D6E8-3A56-889B-BF85F80AAC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67713" y="1041400"/>
                        <a:ext cx="1465262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DB7CBFE2-9226-EF7A-6373-848FEF7E37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430125"/>
              </p:ext>
            </p:extLst>
          </p:nvPr>
        </p:nvGraphicFramePr>
        <p:xfrm>
          <a:off x="10190163" y="1152525"/>
          <a:ext cx="925512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139680" progId="Equation.DSMT4">
                  <p:embed/>
                </p:oleObj>
              </mc:Choice>
              <mc:Fallback>
                <p:oleObj name="Equation" r:id="rId4" imgW="457200" imgH="1396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F0D56C97-8F11-62D8-A6FE-180C9420C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90163" y="1152525"/>
                        <a:ext cx="925512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78F663B0-4B0F-47A2-74CE-97E2C8B5C2A9}"/>
              </a:ext>
            </a:extLst>
          </p:cNvPr>
          <p:cNvSpPr/>
          <p:nvPr/>
        </p:nvSpPr>
        <p:spPr>
          <a:xfrm>
            <a:off x="8248339" y="961465"/>
            <a:ext cx="3033036" cy="9396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DD7A5045-D2FE-CAF8-511B-2BD59697D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026919"/>
              </p:ext>
            </p:extLst>
          </p:nvPr>
        </p:nvGraphicFramePr>
        <p:xfrm>
          <a:off x="6597144" y="1084939"/>
          <a:ext cx="1355087" cy="63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317160" progId="Equation.DSMT4">
                  <p:embed/>
                </p:oleObj>
              </mc:Choice>
              <mc:Fallback>
                <p:oleObj name="Equation" r:id="rId6" imgW="672840" imgH="31716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FFB7C44-3E48-0083-B3AB-9697ABA89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97144" y="1084939"/>
                        <a:ext cx="1355087" cy="639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be 2">
            <a:extLst>
              <a:ext uri="{FF2B5EF4-FFF2-40B4-BE49-F238E27FC236}">
                <a16:creationId xmlns:a16="http://schemas.microsoft.com/office/drawing/2014/main" id="{8EEF212B-F399-5D55-769B-C24CDE6D76C7}"/>
              </a:ext>
            </a:extLst>
          </p:cNvPr>
          <p:cNvSpPr/>
          <p:nvPr/>
        </p:nvSpPr>
        <p:spPr>
          <a:xfrm>
            <a:off x="2672984" y="781068"/>
            <a:ext cx="853758" cy="1146393"/>
          </a:xfrm>
          <a:prstGeom prst="cube">
            <a:avLst>
              <a:gd name="adj" fmla="val 59399"/>
            </a:avLst>
          </a:prstGeom>
          <a:pattFill prst="wd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E5A7A82-A7E0-3CA5-5D36-CDACDBAAE165}"/>
              </a:ext>
            </a:extLst>
          </p:cNvPr>
          <p:cNvSpPr/>
          <p:nvPr/>
        </p:nvSpPr>
        <p:spPr>
          <a:xfrm>
            <a:off x="2973070" y="781068"/>
            <a:ext cx="3067566" cy="1138941"/>
          </a:xfrm>
          <a:prstGeom prst="cube">
            <a:avLst>
              <a:gd name="adj" fmla="val 42548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AD152CB-E018-2F0B-7C34-AB844C8E26FE}"/>
              </a:ext>
            </a:extLst>
          </p:cNvPr>
          <p:cNvCxnSpPr/>
          <p:nvPr/>
        </p:nvCxnSpPr>
        <p:spPr>
          <a:xfrm>
            <a:off x="5569792" y="192000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CF8326-CFFC-A5E1-1FDC-B628FA98B652}"/>
              </a:ext>
            </a:extLst>
          </p:cNvPr>
          <p:cNvCxnSpPr/>
          <p:nvPr/>
        </p:nvCxnSpPr>
        <p:spPr>
          <a:xfrm>
            <a:off x="5791430" y="167096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A2833E-29AA-8D14-5D9C-4F137CFB25B6}"/>
              </a:ext>
            </a:extLst>
          </p:cNvPr>
          <p:cNvCxnSpPr/>
          <p:nvPr/>
        </p:nvCxnSpPr>
        <p:spPr>
          <a:xfrm>
            <a:off x="6040636" y="1442860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D5B03BE1-0C4E-7CA2-3EEC-14E9D7285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651091"/>
              </p:ext>
            </p:extLst>
          </p:nvPr>
        </p:nvGraphicFramePr>
        <p:xfrm>
          <a:off x="3775947" y="1927461"/>
          <a:ext cx="620539" cy="29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1960" imgH="139680" progId="Equation.DSMT4">
                  <p:embed/>
                </p:oleObj>
              </mc:Choice>
              <mc:Fallback>
                <p:oleObj name="Equation" r:id="rId8" imgW="291960" imgH="13968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71AD0F5-BB41-C8BC-6D8A-03A55E3EB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75947" y="1927461"/>
                        <a:ext cx="620539" cy="298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ED9FF765-63BE-A3C6-AFAF-BDB57466A0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81103"/>
              </p:ext>
            </p:extLst>
          </p:nvPr>
        </p:nvGraphicFramePr>
        <p:xfrm>
          <a:off x="5204701" y="835367"/>
          <a:ext cx="586729" cy="282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39680" progId="Equation.DSMT4">
                  <p:embed/>
                </p:oleObj>
              </mc:Choice>
              <mc:Fallback>
                <p:oleObj name="Equation" r:id="rId10" imgW="291960" imgH="1396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021502A4-8F32-E39F-A290-22EA9F6E4F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04701" y="835367"/>
                        <a:ext cx="586729" cy="282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54712662-B00B-84CE-E873-320FC82504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593970"/>
              </p:ext>
            </p:extLst>
          </p:nvPr>
        </p:nvGraphicFramePr>
        <p:xfrm>
          <a:off x="5027605" y="1388404"/>
          <a:ext cx="542187" cy="260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960" imgH="139680" progId="Equation.DSMT4">
                  <p:embed/>
                </p:oleObj>
              </mc:Choice>
              <mc:Fallback>
                <p:oleObj name="Equation" r:id="rId12" imgW="291960" imgH="13968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4A507FBB-C4E8-6B95-1FF6-64EEFB7266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27605" y="1388404"/>
                        <a:ext cx="542187" cy="260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0ACDCF4E-AE34-B029-CF60-9F113A34C6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354716"/>
              </p:ext>
            </p:extLst>
          </p:nvPr>
        </p:nvGraphicFramePr>
        <p:xfrm>
          <a:off x="5731176" y="2091525"/>
          <a:ext cx="618920" cy="28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560" imgH="139680" progId="Equation.DSMT4">
                  <p:embed/>
                </p:oleObj>
              </mc:Choice>
              <mc:Fallback>
                <p:oleObj name="Equation" r:id="rId14" imgW="304560" imgH="1396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7FE5822E-6C3E-F104-7026-180CB6669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31176" y="2091525"/>
                        <a:ext cx="618920" cy="284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221C06C-F44A-B2F4-29D5-91855FEAF37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16749" y="4667195"/>
            <a:ext cx="2906562" cy="14097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BF75B1-0609-9029-7742-37A245FA27C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3373" y="4611975"/>
            <a:ext cx="3262437" cy="1753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4AC88E-1A72-9ED8-CE8D-1FD642EC658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16779" y="4770019"/>
            <a:ext cx="2677956" cy="143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0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D012-9642-4E9C-3665-426F2A15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FC6381C-7B56-4926-59E4-4ED9F8825054}"/>
              </a:ext>
            </a:extLst>
          </p:cNvPr>
          <p:cNvSpPr txBox="1"/>
          <p:nvPr/>
        </p:nvSpPr>
        <p:spPr>
          <a:xfrm>
            <a:off x="194028" y="103626"/>
            <a:ext cx="4351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 1b: Edge-loaded Cantilever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067277-848B-A825-4F4A-5D7517364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812410"/>
              </p:ext>
            </p:extLst>
          </p:nvPr>
        </p:nvGraphicFramePr>
        <p:xfrm>
          <a:off x="910608" y="2682153"/>
          <a:ext cx="10370767" cy="1949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622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893119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369334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592692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4365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 (SIMP)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Sub-optimal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Most optimal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Slowest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C784FC9-D6E8-3A56-889B-BF85F80AA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322361"/>
              </p:ext>
            </p:extLst>
          </p:nvPr>
        </p:nvGraphicFramePr>
        <p:xfrm>
          <a:off x="8367713" y="1041400"/>
          <a:ext cx="146526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380880" progId="Equation.DSMT4">
                  <p:embed/>
                </p:oleObj>
              </mc:Choice>
              <mc:Fallback>
                <p:oleObj name="Equation" r:id="rId2" imgW="723600" imgH="3808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6EDFEE73-7FC3-9EB1-008E-0BF79430CE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67713" y="1041400"/>
                        <a:ext cx="1465262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F0D56C97-8F11-62D8-A6FE-180C9420C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949274"/>
              </p:ext>
            </p:extLst>
          </p:nvPr>
        </p:nvGraphicFramePr>
        <p:xfrm>
          <a:off x="10139881" y="1152404"/>
          <a:ext cx="1027112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960" imgH="139680" progId="Equation.DSMT4">
                  <p:embed/>
                </p:oleObj>
              </mc:Choice>
              <mc:Fallback>
                <p:oleObj name="Equation" r:id="rId4" imgW="507960" imgH="1396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C784FC9-D6E8-3A56-889B-BF85F80AAC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39881" y="1152404"/>
                        <a:ext cx="1027112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9B021E72-A783-600E-3280-9871CB53E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6716" y="4976955"/>
            <a:ext cx="2915346" cy="167928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2D4874F-7017-DCD4-240F-C30013568B42}"/>
              </a:ext>
            </a:extLst>
          </p:cNvPr>
          <p:cNvSpPr/>
          <p:nvPr/>
        </p:nvSpPr>
        <p:spPr>
          <a:xfrm>
            <a:off x="10074031" y="961465"/>
            <a:ext cx="1207344" cy="6590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17459793-0DBC-6C3E-3E1D-3B3BBEF381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962855"/>
              </p:ext>
            </p:extLst>
          </p:nvPr>
        </p:nvGraphicFramePr>
        <p:xfrm>
          <a:off x="6597144" y="1084939"/>
          <a:ext cx="1355087" cy="63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317160" progId="Equation.DSMT4">
                  <p:embed/>
                </p:oleObj>
              </mc:Choice>
              <mc:Fallback>
                <p:oleObj name="Equation" r:id="rId7" imgW="672840" imgH="31716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DD7A5045-D2FE-CAF8-511B-2BD59697D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7144" y="1084939"/>
                        <a:ext cx="1355087" cy="639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be 2">
            <a:extLst>
              <a:ext uri="{FF2B5EF4-FFF2-40B4-BE49-F238E27FC236}">
                <a16:creationId xmlns:a16="http://schemas.microsoft.com/office/drawing/2014/main" id="{A15E0AED-1E07-11A3-46D4-349112E8A0BC}"/>
              </a:ext>
            </a:extLst>
          </p:cNvPr>
          <p:cNvSpPr/>
          <p:nvPr/>
        </p:nvSpPr>
        <p:spPr>
          <a:xfrm>
            <a:off x="2672984" y="781068"/>
            <a:ext cx="853758" cy="1146393"/>
          </a:xfrm>
          <a:prstGeom prst="cube">
            <a:avLst>
              <a:gd name="adj" fmla="val 59399"/>
            </a:avLst>
          </a:prstGeom>
          <a:pattFill prst="wd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4F422D6F-BC04-7D36-1FBF-00BF1E47CBBA}"/>
              </a:ext>
            </a:extLst>
          </p:cNvPr>
          <p:cNvSpPr/>
          <p:nvPr/>
        </p:nvSpPr>
        <p:spPr>
          <a:xfrm>
            <a:off x="2973070" y="781068"/>
            <a:ext cx="3067566" cy="1138941"/>
          </a:xfrm>
          <a:prstGeom prst="cube">
            <a:avLst>
              <a:gd name="adj" fmla="val 42548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B03BCF-B02E-6088-E5BF-9B9017EB9653}"/>
              </a:ext>
            </a:extLst>
          </p:cNvPr>
          <p:cNvCxnSpPr/>
          <p:nvPr/>
        </p:nvCxnSpPr>
        <p:spPr>
          <a:xfrm>
            <a:off x="5569792" y="192000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6269168-0483-5D3E-A02A-ECC0DF2E01B8}"/>
              </a:ext>
            </a:extLst>
          </p:cNvPr>
          <p:cNvCxnSpPr/>
          <p:nvPr/>
        </p:nvCxnSpPr>
        <p:spPr>
          <a:xfrm>
            <a:off x="5791430" y="167096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5AD630-1800-E0C8-98B5-23EFF5A04CF5}"/>
              </a:ext>
            </a:extLst>
          </p:cNvPr>
          <p:cNvCxnSpPr/>
          <p:nvPr/>
        </p:nvCxnSpPr>
        <p:spPr>
          <a:xfrm>
            <a:off x="6040636" y="1442860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20D164AE-084C-3385-7B2A-EF8678A85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095746"/>
              </p:ext>
            </p:extLst>
          </p:nvPr>
        </p:nvGraphicFramePr>
        <p:xfrm>
          <a:off x="3775947" y="1927461"/>
          <a:ext cx="620539" cy="29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960" imgH="139680" progId="Equation.DSMT4">
                  <p:embed/>
                </p:oleObj>
              </mc:Choice>
              <mc:Fallback>
                <p:oleObj name="Equation" r:id="rId9" imgW="291960" imgH="13968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D5B03BE1-0C4E-7CA2-3EEC-14E9D7285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75947" y="1927461"/>
                        <a:ext cx="620539" cy="298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F752F960-60A0-5536-966B-0C2628CF1A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823112"/>
              </p:ext>
            </p:extLst>
          </p:nvPr>
        </p:nvGraphicFramePr>
        <p:xfrm>
          <a:off x="5204701" y="835367"/>
          <a:ext cx="586729" cy="282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60" imgH="139680" progId="Equation.DSMT4">
                  <p:embed/>
                </p:oleObj>
              </mc:Choice>
              <mc:Fallback>
                <p:oleObj name="Equation" r:id="rId11" imgW="291960" imgH="1396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ED9FF765-63BE-A3C6-AFAF-BDB57466A0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04701" y="835367"/>
                        <a:ext cx="586729" cy="282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37490B3D-97EB-DBE2-7109-620DB6C55A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506494"/>
              </p:ext>
            </p:extLst>
          </p:nvPr>
        </p:nvGraphicFramePr>
        <p:xfrm>
          <a:off x="5027605" y="1388404"/>
          <a:ext cx="542187" cy="260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1960" imgH="139680" progId="Equation.DSMT4">
                  <p:embed/>
                </p:oleObj>
              </mc:Choice>
              <mc:Fallback>
                <p:oleObj name="Equation" r:id="rId13" imgW="291960" imgH="13968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54712662-B00B-84CE-E873-320FC82504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27605" y="1388404"/>
                        <a:ext cx="542187" cy="260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97ADB401-CD45-0E94-DD67-EFA2979CC3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93595"/>
              </p:ext>
            </p:extLst>
          </p:nvPr>
        </p:nvGraphicFramePr>
        <p:xfrm>
          <a:off x="5731176" y="2091525"/>
          <a:ext cx="618920" cy="28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4560" imgH="139680" progId="Equation.DSMT4">
                  <p:embed/>
                </p:oleObj>
              </mc:Choice>
              <mc:Fallback>
                <p:oleObj name="Equation" r:id="rId15" imgW="304560" imgH="1396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0ACDCF4E-AE34-B029-CF60-9F113A34C6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31176" y="2091525"/>
                        <a:ext cx="618920" cy="284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BAA108F-28C8-BE5E-04A6-A4616EF2FB7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69559" y="5116331"/>
            <a:ext cx="2569096" cy="14260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F308E2-7801-AEEA-6303-3EA95AEEBE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98698" y="5116331"/>
            <a:ext cx="2786816" cy="145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02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2AC72-C39A-E287-3434-1E94C741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BFFFD0C-25F7-A184-42EF-1B2E4584FD6C}"/>
              </a:ext>
            </a:extLst>
          </p:cNvPr>
          <p:cNvSpPr txBox="1"/>
          <p:nvPr/>
        </p:nvSpPr>
        <p:spPr>
          <a:xfrm>
            <a:off x="194028" y="103626"/>
            <a:ext cx="4351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 1c: Edge-loaded Cantilever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E7530A-C3D3-68AC-C5B0-10D05399D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460393"/>
              </p:ext>
            </p:extLst>
          </p:nvPr>
        </p:nvGraphicFramePr>
        <p:xfrm>
          <a:off x="910608" y="2682153"/>
          <a:ext cx="10370767" cy="1949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622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893119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369334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592692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4365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 (SIMP)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2.66 (v = 0.16)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Most 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Sub-optimal design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Hanging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Could not reach 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D6DD7F3C-3AC6-223A-6FDC-90A8F9B9AC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7713" y="1041400"/>
          <a:ext cx="146526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380880" progId="Equation.DSMT4">
                  <p:embed/>
                </p:oleObj>
              </mc:Choice>
              <mc:Fallback>
                <p:oleObj name="Equation" r:id="rId2" imgW="723600" imgH="3808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C784FC9-D6E8-3A56-889B-BF85F80AAC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67713" y="1041400"/>
                        <a:ext cx="1465262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48842FD2-E1D5-A17A-55C9-92A0C9038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499596"/>
              </p:ext>
            </p:extLst>
          </p:nvPr>
        </p:nvGraphicFramePr>
        <p:xfrm>
          <a:off x="10139881" y="1152404"/>
          <a:ext cx="1027112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960" imgH="139680" progId="Equation.DSMT4">
                  <p:embed/>
                </p:oleObj>
              </mc:Choice>
              <mc:Fallback>
                <p:oleObj name="Equation" r:id="rId4" imgW="507960" imgH="1396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F0D56C97-8F11-62D8-A6FE-180C9420C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39881" y="1152404"/>
                        <a:ext cx="1027112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F7FCB42F-165F-F52B-0A1E-F8D0F0D21F0E}"/>
              </a:ext>
            </a:extLst>
          </p:cNvPr>
          <p:cNvSpPr/>
          <p:nvPr/>
        </p:nvSpPr>
        <p:spPr>
          <a:xfrm>
            <a:off x="10074031" y="961465"/>
            <a:ext cx="1207344" cy="6590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6E199382-289E-CDD0-077A-5CFD64C67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7144" y="1084939"/>
          <a:ext cx="1355087" cy="63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317160" progId="Equation.DSMT4">
                  <p:embed/>
                </p:oleObj>
              </mc:Choice>
              <mc:Fallback>
                <p:oleObj name="Equation" r:id="rId6" imgW="672840" imgH="31716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17459793-0DBC-6C3E-3E1D-3B3BBEF381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97144" y="1084939"/>
                        <a:ext cx="1355087" cy="639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be 2">
            <a:extLst>
              <a:ext uri="{FF2B5EF4-FFF2-40B4-BE49-F238E27FC236}">
                <a16:creationId xmlns:a16="http://schemas.microsoft.com/office/drawing/2014/main" id="{E2981074-3251-6B98-7DD8-EBFBEB89DDDD}"/>
              </a:ext>
            </a:extLst>
          </p:cNvPr>
          <p:cNvSpPr/>
          <p:nvPr/>
        </p:nvSpPr>
        <p:spPr>
          <a:xfrm>
            <a:off x="2672984" y="781068"/>
            <a:ext cx="853758" cy="1146393"/>
          </a:xfrm>
          <a:prstGeom prst="cube">
            <a:avLst>
              <a:gd name="adj" fmla="val 59399"/>
            </a:avLst>
          </a:prstGeom>
          <a:pattFill prst="wd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02377DC-9737-7729-159C-3EA94D64009F}"/>
              </a:ext>
            </a:extLst>
          </p:cNvPr>
          <p:cNvSpPr/>
          <p:nvPr/>
        </p:nvSpPr>
        <p:spPr>
          <a:xfrm>
            <a:off x="2973070" y="781068"/>
            <a:ext cx="3067566" cy="1138941"/>
          </a:xfrm>
          <a:prstGeom prst="cube">
            <a:avLst>
              <a:gd name="adj" fmla="val 42548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02D78E-890F-B54E-C3BD-47FC6229433C}"/>
              </a:ext>
            </a:extLst>
          </p:cNvPr>
          <p:cNvCxnSpPr/>
          <p:nvPr/>
        </p:nvCxnSpPr>
        <p:spPr>
          <a:xfrm>
            <a:off x="5569792" y="192000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4B2BCE-9EAB-DB28-F209-6791AE329FB5}"/>
              </a:ext>
            </a:extLst>
          </p:cNvPr>
          <p:cNvCxnSpPr/>
          <p:nvPr/>
        </p:nvCxnSpPr>
        <p:spPr>
          <a:xfrm>
            <a:off x="5791430" y="167096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964120-3DD1-B084-1E3D-BED3D5DFED84}"/>
              </a:ext>
            </a:extLst>
          </p:cNvPr>
          <p:cNvCxnSpPr/>
          <p:nvPr/>
        </p:nvCxnSpPr>
        <p:spPr>
          <a:xfrm>
            <a:off x="6040636" y="1442860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90BA3C98-C649-3C1C-F2A3-973D66197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5947" y="1927461"/>
          <a:ext cx="620539" cy="29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1960" imgH="139680" progId="Equation.DSMT4">
                  <p:embed/>
                </p:oleObj>
              </mc:Choice>
              <mc:Fallback>
                <p:oleObj name="Equation" r:id="rId8" imgW="291960" imgH="13968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20D164AE-084C-3385-7B2A-EF8678A853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75947" y="1927461"/>
                        <a:ext cx="620539" cy="298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C0965127-CE96-236E-6719-0C8B84539A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4701" y="835367"/>
          <a:ext cx="586729" cy="282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39680" progId="Equation.DSMT4">
                  <p:embed/>
                </p:oleObj>
              </mc:Choice>
              <mc:Fallback>
                <p:oleObj name="Equation" r:id="rId10" imgW="291960" imgH="1396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F752F960-60A0-5536-966B-0C2628CF1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04701" y="835367"/>
                        <a:ext cx="586729" cy="282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B05B6520-E350-C429-DE3A-451EDC507A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7605" y="1388404"/>
          <a:ext cx="542187" cy="260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960" imgH="139680" progId="Equation.DSMT4">
                  <p:embed/>
                </p:oleObj>
              </mc:Choice>
              <mc:Fallback>
                <p:oleObj name="Equation" r:id="rId12" imgW="291960" imgH="13968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37490B3D-97EB-DBE2-7109-620DB6C55A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27605" y="1388404"/>
                        <a:ext cx="542187" cy="260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1F236832-9CE0-D722-23C9-3733D4193E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1176" y="2091525"/>
          <a:ext cx="618920" cy="28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560" imgH="139680" progId="Equation.DSMT4">
                  <p:embed/>
                </p:oleObj>
              </mc:Choice>
              <mc:Fallback>
                <p:oleObj name="Equation" r:id="rId14" imgW="304560" imgH="1396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97ADB401-CD45-0E94-DD67-EFA2979CC3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31176" y="2091525"/>
                        <a:ext cx="618920" cy="284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9EF66C9-4601-1CA5-362F-0E31EAB066B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8238" y="4800214"/>
            <a:ext cx="2197007" cy="14019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81144B-F427-2600-17BF-5E3F8733BB3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5330" b="14958"/>
          <a:stretch/>
        </p:blipFill>
        <p:spPr>
          <a:xfrm>
            <a:off x="6908156" y="4916204"/>
            <a:ext cx="1734775" cy="1169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E3715E-4504-EFF8-066F-24CDABCE726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4732" r="11227"/>
          <a:stretch/>
        </p:blipFill>
        <p:spPr>
          <a:xfrm>
            <a:off x="8975527" y="4744857"/>
            <a:ext cx="2197007" cy="1372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EECE59-8EB5-D048-7FC8-8B2D13D1903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48973" y="5037750"/>
            <a:ext cx="1553087" cy="147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5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496A2-D15B-CD3E-329F-BD58470FB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103A7F5-A84F-9A9B-C72D-915372B73160}"/>
              </a:ext>
            </a:extLst>
          </p:cNvPr>
          <p:cNvSpPr txBox="1"/>
          <p:nvPr/>
        </p:nvSpPr>
        <p:spPr>
          <a:xfrm>
            <a:off x="172437" y="340088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 2: MBB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140B53-7DFB-8FA7-0C45-536F0C9F8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85824"/>
              </p:ext>
            </p:extLst>
          </p:nvPr>
        </p:nvGraphicFramePr>
        <p:xfrm>
          <a:off x="706959" y="2386983"/>
          <a:ext cx="9864928" cy="2038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697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800644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156355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466232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5250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Hanging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Fastest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Hanging elements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Connected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Slowest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sp>
        <p:nvSpPr>
          <p:cNvPr id="8" name="Cube 7">
            <a:extLst>
              <a:ext uri="{FF2B5EF4-FFF2-40B4-BE49-F238E27FC236}">
                <a16:creationId xmlns:a16="http://schemas.microsoft.com/office/drawing/2014/main" id="{34790A7C-0A4C-B753-9085-B460E156E2DC}"/>
              </a:ext>
            </a:extLst>
          </p:cNvPr>
          <p:cNvSpPr/>
          <p:nvPr/>
        </p:nvSpPr>
        <p:spPr>
          <a:xfrm>
            <a:off x="3373480" y="570920"/>
            <a:ext cx="2448645" cy="1047245"/>
          </a:xfrm>
          <a:prstGeom prst="cube">
            <a:avLst>
              <a:gd name="adj" fmla="val 6508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8002D0-A9D9-FA98-422F-503CE2BA5420}"/>
              </a:ext>
            </a:extLst>
          </p:cNvPr>
          <p:cNvCxnSpPr/>
          <p:nvPr/>
        </p:nvCxnSpPr>
        <p:spPr>
          <a:xfrm>
            <a:off x="3432586" y="114702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FFB7C44-3E48-0083-B3AB-9697ABA898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465623"/>
              </p:ext>
            </p:extLst>
          </p:nvPr>
        </p:nvGraphicFramePr>
        <p:xfrm>
          <a:off x="6548667" y="854803"/>
          <a:ext cx="1355087" cy="63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317160" progId="Equation.DSMT4">
                  <p:embed/>
                </p:oleObj>
              </mc:Choice>
              <mc:Fallback>
                <p:oleObj name="Equation" r:id="rId2" imgW="672840" imgH="31716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4A3783A-4604-852A-E1AA-16561A2CA8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48667" y="854803"/>
                        <a:ext cx="1355087" cy="639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F911E61D-8E89-F369-D055-16DC60BB4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451244"/>
              </p:ext>
            </p:extLst>
          </p:nvPr>
        </p:nvGraphicFramePr>
        <p:xfrm>
          <a:off x="4416425" y="1636713"/>
          <a:ext cx="620713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60" imgH="126720" progId="Equation.DSMT4">
                  <p:embed/>
                </p:oleObj>
              </mc:Choice>
              <mc:Fallback>
                <p:oleObj name="Equation" r:id="rId4" imgW="291960" imgH="12672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D1EBD8A6-6DD2-B157-FCF7-E3E8B32F9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6425" y="1636713"/>
                        <a:ext cx="620713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F645BFB9-8619-E2FA-8FA2-ADE5A115B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691954"/>
              </p:ext>
            </p:extLst>
          </p:nvPr>
        </p:nvGraphicFramePr>
        <p:xfrm>
          <a:off x="4905205" y="864837"/>
          <a:ext cx="814388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152280" progId="Equation.DSMT4">
                  <p:embed/>
                </p:oleObj>
              </mc:Choice>
              <mc:Fallback>
                <p:oleObj name="Equation" r:id="rId6" imgW="406080" imgH="1522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838B2EE-1239-6360-9BB5-AE957B621C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05205" y="864837"/>
                        <a:ext cx="814388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B664E45F-7FAA-BFE9-8FB9-7F7ED6746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710613"/>
              </p:ext>
            </p:extLst>
          </p:nvPr>
        </p:nvGraphicFramePr>
        <p:xfrm>
          <a:off x="5833285" y="475993"/>
          <a:ext cx="635000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20" imgH="139680" progId="Equation.DSMT4">
                  <p:embed/>
                </p:oleObj>
              </mc:Choice>
              <mc:Fallback>
                <p:oleObj name="Equation" r:id="rId8" imgW="342720" imgH="13968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F2246F4A-FA5D-6056-67C9-60DF1518EA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33285" y="475993"/>
                        <a:ext cx="635000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B582F578-882A-9A26-59A8-80AC78B13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437184"/>
              </p:ext>
            </p:extLst>
          </p:nvPr>
        </p:nvGraphicFramePr>
        <p:xfrm>
          <a:off x="8256885" y="810697"/>
          <a:ext cx="1566476" cy="77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380880" progId="Equation.DSMT4">
                  <p:embed/>
                </p:oleObj>
              </mc:Choice>
              <mc:Fallback>
                <p:oleObj name="Equation" r:id="rId10" imgW="774360" imgH="3808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C784FC9-D6E8-3A56-889B-BF85F80AAC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256885" y="810697"/>
                        <a:ext cx="1566476" cy="77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ube 19">
            <a:extLst>
              <a:ext uri="{FF2B5EF4-FFF2-40B4-BE49-F238E27FC236}">
                <a16:creationId xmlns:a16="http://schemas.microsoft.com/office/drawing/2014/main" id="{DB7F270E-4E30-ADF3-B831-5401585DEDF8}"/>
              </a:ext>
            </a:extLst>
          </p:cNvPr>
          <p:cNvSpPr/>
          <p:nvPr/>
        </p:nvSpPr>
        <p:spPr>
          <a:xfrm>
            <a:off x="5704430" y="1570638"/>
            <a:ext cx="133585" cy="100109"/>
          </a:xfrm>
          <a:prstGeom prst="cube">
            <a:avLst>
              <a:gd name="adj" fmla="val 6842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0453E6-590C-1BC9-FC37-7D0DBEE10358}"/>
              </a:ext>
            </a:extLst>
          </p:cNvPr>
          <p:cNvSpPr/>
          <p:nvPr/>
        </p:nvSpPr>
        <p:spPr>
          <a:xfrm>
            <a:off x="3239894" y="691382"/>
            <a:ext cx="133586" cy="1193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A515CA-26EA-F61B-C965-5BB9C92332FE}"/>
              </a:ext>
            </a:extLst>
          </p:cNvPr>
          <p:cNvSpPr/>
          <p:nvPr/>
        </p:nvSpPr>
        <p:spPr>
          <a:xfrm>
            <a:off x="3239894" y="942515"/>
            <a:ext cx="133586" cy="1193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180FEC-C4AC-ADDD-5D79-0D003BE7CF95}"/>
              </a:ext>
            </a:extLst>
          </p:cNvPr>
          <p:cNvSpPr/>
          <p:nvPr/>
        </p:nvSpPr>
        <p:spPr>
          <a:xfrm>
            <a:off x="3237622" y="1207257"/>
            <a:ext cx="133586" cy="1193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610DD0-DBA0-FBCA-D2F4-F50D5801185B}"/>
              </a:ext>
            </a:extLst>
          </p:cNvPr>
          <p:cNvSpPr/>
          <p:nvPr/>
        </p:nvSpPr>
        <p:spPr>
          <a:xfrm>
            <a:off x="3245012" y="1475117"/>
            <a:ext cx="133586" cy="1193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8484161B-4759-9901-CA80-CEC4308AE8AF}"/>
              </a:ext>
            </a:extLst>
          </p:cNvPr>
          <p:cNvSpPr/>
          <p:nvPr/>
        </p:nvSpPr>
        <p:spPr>
          <a:xfrm>
            <a:off x="3040197" y="634564"/>
            <a:ext cx="195153" cy="959868"/>
          </a:xfrm>
          <a:prstGeom prst="cube">
            <a:avLst>
              <a:gd name="adj" fmla="val 40126"/>
            </a:avLst>
          </a:prstGeom>
          <a:pattFill prst="wdUp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AB34F89D-CDF8-B822-FE63-91E167E477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46502"/>
              </p:ext>
            </p:extLst>
          </p:nvPr>
        </p:nvGraphicFramePr>
        <p:xfrm>
          <a:off x="10176492" y="972416"/>
          <a:ext cx="1027112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139680" progId="Equation.DSMT4">
                  <p:embed/>
                </p:oleObj>
              </mc:Choice>
              <mc:Fallback>
                <p:oleObj name="Equation" r:id="rId12" imgW="507960" imgH="1396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F0D56C97-8F11-62D8-A6FE-180C9420C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176492" y="972416"/>
                        <a:ext cx="1027112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EAD888BE-883F-F280-6717-D4044E36C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714463"/>
              </p:ext>
            </p:extLst>
          </p:nvPr>
        </p:nvGraphicFramePr>
        <p:xfrm>
          <a:off x="3554277" y="70451"/>
          <a:ext cx="618920" cy="28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560" imgH="139680" progId="Equation.DSMT4">
                  <p:embed/>
                </p:oleObj>
              </mc:Choice>
              <mc:Fallback>
                <p:oleObj name="Equation" r:id="rId14" imgW="304560" imgH="1396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E18EC14C-86E3-6B52-9343-45728BC042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54277" y="70451"/>
                        <a:ext cx="618920" cy="284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" name="Picture 34">
            <a:extLst>
              <a:ext uri="{FF2B5EF4-FFF2-40B4-BE49-F238E27FC236}">
                <a16:creationId xmlns:a16="http://schemas.microsoft.com/office/drawing/2014/main" id="{E18C5220-A291-C011-647B-3000A16EFA5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4265" y="4529132"/>
            <a:ext cx="2593537" cy="1061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D8D902-1D97-A4C4-DA9B-E43DDEF68E6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96965" y="4529132"/>
            <a:ext cx="2995950" cy="11216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E763CC7-7FFA-8214-273D-5AD827B8F09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26090"/>
          <a:stretch/>
        </p:blipFill>
        <p:spPr>
          <a:xfrm>
            <a:off x="2067021" y="5728671"/>
            <a:ext cx="840189" cy="8610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7C442ED-A6B0-99A7-F2D1-A04B8E74D67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49829" y="4509857"/>
            <a:ext cx="2995950" cy="12022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28F5D2-2AAF-39D0-41D0-708A47D1CD9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04398" y="5625865"/>
            <a:ext cx="1046387" cy="96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B6EB7-DD13-1CC9-5485-EF786695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6286DFF-10F0-932E-4E3F-E2924EB47BEA}"/>
              </a:ext>
            </a:extLst>
          </p:cNvPr>
          <p:cNvSpPr txBox="1"/>
          <p:nvPr/>
        </p:nvSpPr>
        <p:spPr>
          <a:xfrm>
            <a:off x="172437" y="340088"/>
            <a:ext cx="3226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 3: Distributed Load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1437A9-590C-94F7-9D85-F94234615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604526"/>
              </p:ext>
            </p:extLst>
          </p:nvPr>
        </p:nvGraphicFramePr>
        <p:xfrm>
          <a:off x="880477" y="2356626"/>
          <a:ext cx="10302675" cy="1746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671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924920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296415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575669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4365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Best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sp>
        <p:nvSpPr>
          <p:cNvPr id="3" name="Cube 2">
            <a:extLst>
              <a:ext uri="{FF2B5EF4-FFF2-40B4-BE49-F238E27FC236}">
                <a16:creationId xmlns:a16="http://schemas.microsoft.com/office/drawing/2014/main" id="{59A85DFB-6A88-C065-D743-3EFC9C7D01E6}"/>
              </a:ext>
            </a:extLst>
          </p:cNvPr>
          <p:cNvSpPr/>
          <p:nvPr/>
        </p:nvSpPr>
        <p:spPr>
          <a:xfrm>
            <a:off x="4061234" y="526272"/>
            <a:ext cx="2448645" cy="1295631"/>
          </a:xfrm>
          <a:prstGeom prst="cube">
            <a:avLst>
              <a:gd name="adj" fmla="val 288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510FD7-CA5A-3233-6858-C0A0AFCD112D}"/>
              </a:ext>
            </a:extLst>
          </p:cNvPr>
          <p:cNvCxnSpPr/>
          <p:nvPr/>
        </p:nvCxnSpPr>
        <p:spPr>
          <a:xfrm>
            <a:off x="4178929" y="12638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19977F4-BFFA-4028-C706-3A53B4702D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600956"/>
              </p:ext>
            </p:extLst>
          </p:nvPr>
        </p:nvGraphicFramePr>
        <p:xfrm>
          <a:off x="7236421" y="872357"/>
          <a:ext cx="1355087" cy="63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317160" progId="Equation.DSMT4">
                  <p:embed/>
                </p:oleObj>
              </mc:Choice>
              <mc:Fallback>
                <p:oleObj name="Equation" r:id="rId2" imgW="672840" imgH="31716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FFB7C44-3E48-0083-B3AB-9697ABA89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6421" y="872357"/>
                        <a:ext cx="1355087" cy="639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B901719D-CD6A-8951-3062-406E1AF4F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471586"/>
              </p:ext>
            </p:extLst>
          </p:nvPr>
        </p:nvGraphicFramePr>
        <p:xfrm>
          <a:off x="5211763" y="1827659"/>
          <a:ext cx="40481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39680" progId="Equation.DSMT4">
                  <p:embed/>
                </p:oleObj>
              </mc:Choice>
              <mc:Fallback>
                <p:oleObj name="Equation" r:id="rId4" imgW="190440" imgH="1396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F911E61D-8E89-F369-D055-16DC60BB48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11763" y="1827659"/>
                        <a:ext cx="404812" cy="29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FE9696E-F4B9-87BC-785B-6480012F3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410370"/>
              </p:ext>
            </p:extLst>
          </p:nvPr>
        </p:nvGraphicFramePr>
        <p:xfrm>
          <a:off x="5681663" y="1135509"/>
          <a:ext cx="58420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60" imgH="126720" progId="Equation.DSMT4">
                  <p:embed/>
                </p:oleObj>
              </mc:Choice>
              <mc:Fallback>
                <p:oleObj name="Equation" r:id="rId6" imgW="291960" imgH="12672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F645BFB9-8619-E2FA-8FA2-ADE5A115BC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81663" y="1135509"/>
                        <a:ext cx="584200" cy="258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6EF28805-C2DB-A0CE-4DC7-9A4CB06A35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968423"/>
              </p:ext>
            </p:extLst>
          </p:nvPr>
        </p:nvGraphicFramePr>
        <p:xfrm>
          <a:off x="6509879" y="155912"/>
          <a:ext cx="635000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20" imgH="139680" progId="Equation.DSMT4">
                  <p:embed/>
                </p:oleObj>
              </mc:Choice>
              <mc:Fallback>
                <p:oleObj name="Equation" r:id="rId8" imgW="342720" imgH="1396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B664E45F-7FAA-BFE9-8FB9-7F7ED67466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09879" y="155912"/>
                        <a:ext cx="635000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9A92D55B-3564-F721-5FED-4A1BFFF0B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112459"/>
              </p:ext>
            </p:extLst>
          </p:nvPr>
        </p:nvGraphicFramePr>
        <p:xfrm>
          <a:off x="8944639" y="828251"/>
          <a:ext cx="1566476" cy="77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380880" progId="Equation.DSMT4">
                  <p:embed/>
                </p:oleObj>
              </mc:Choice>
              <mc:Fallback>
                <p:oleObj name="Equation" r:id="rId10" imgW="774360" imgH="38088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B582F578-882A-9A26-59A8-80AC78B135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44639" y="828251"/>
                        <a:ext cx="1566476" cy="77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ube 16">
            <a:extLst>
              <a:ext uri="{FF2B5EF4-FFF2-40B4-BE49-F238E27FC236}">
                <a16:creationId xmlns:a16="http://schemas.microsoft.com/office/drawing/2014/main" id="{4B1FF166-DAEA-4A31-5176-9DE5CE84A528}"/>
              </a:ext>
            </a:extLst>
          </p:cNvPr>
          <p:cNvSpPr/>
          <p:nvPr/>
        </p:nvSpPr>
        <p:spPr>
          <a:xfrm>
            <a:off x="6392184" y="1774376"/>
            <a:ext cx="133585" cy="100109"/>
          </a:xfrm>
          <a:prstGeom prst="cube">
            <a:avLst>
              <a:gd name="adj" fmla="val 6842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066A186E-B80E-4539-3645-66F12323F5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946384"/>
              </p:ext>
            </p:extLst>
          </p:nvPr>
        </p:nvGraphicFramePr>
        <p:xfrm>
          <a:off x="10864246" y="989970"/>
          <a:ext cx="1027112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139680" progId="Equation.DSMT4">
                  <p:embed/>
                </p:oleObj>
              </mc:Choice>
              <mc:Fallback>
                <p:oleObj name="Equation" r:id="rId12" imgW="507960" imgH="1396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AB34F89D-CDF8-B822-FE63-91E167E477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864246" y="989970"/>
                        <a:ext cx="1027112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DADDFB26-4266-D8FB-A06E-A2F96878BD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904236"/>
              </p:ext>
            </p:extLst>
          </p:nvPr>
        </p:nvGraphicFramePr>
        <p:xfrm>
          <a:off x="3535184" y="104015"/>
          <a:ext cx="618920" cy="28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560" imgH="139680" progId="Equation.DSMT4">
                  <p:embed/>
                </p:oleObj>
              </mc:Choice>
              <mc:Fallback>
                <p:oleObj name="Equation" r:id="rId14" imgW="304560" imgH="13968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EAD888BE-883F-F280-6717-D4044E36C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35184" y="104015"/>
                        <a:ext cx="618920" cy="284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Cube 24">
            <a:extLst>
              <a:ext uri="{FF2B5EF4-FFF2-40B4-BE49-F238E27FC236}">
                <a16:creationId xmlns:a16="http://schemas.microsoft.com/office/drawing/2014/main" id="{6A886C6C-4201-059A-84AC-9E0757BF9757}"/>
              </a:ext>
            </a:extLst>
          </p:cNvPr>
          <p:cNvSpPr/>
          <p:nvPr/>
        </p:nvSpPr>
        <p:spPr>
          <a:xfrm>
            <a:off x="4045344" y="1771848"/>
            <a:ext cx="133585" cy="100109"/>
          </a:xfrm>
          <a:prstGeom prst="cube">
            <a:avLst>
              <a:gd name="adj" fmla="val 6842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4651F0-6751-E545-9C89-855AC096ED7B}"/>
              </a:ext>
            </a:extLst>
          </p:cNvPr>
          <p:cNvCxnSpPr/>
          <p:nvPr/>
        </p:nvCxnSpPr>
        <p:spPr>
          <a:xfrm>
            <a:off x="4528150" y="11197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6AA03D-B809-6CBD-E191-F1AD7BC19A29}"/>
              </a:ext>
            </a:extLst>
          </p:cNvPr>
          <p:cNvCxnSpPr/>
          <p:nvPr/>
        </p:nvCxnSpPr>
        <p:spPr>
          <a:xfrm>
            <a:off x="4891761" y="11197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C7DE7D4-5A39-41AF-E047-821F519DD0D9}"/>
              </a:ext>
            </a:extLst>
          </p:cNvPr>
          <p:cNvCxnSpPr/>
          <p:nvPr/>
        </p:nvCxnSpPr>
        <p:spPr>
          <a:xfrm>
            <a:off x="5285556" y="11197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7A17D8A-B2EB-F6D3-661E-9E4F69A184EE}"/>
              </a:ext>
            </a:extLst>
          </p:cNvPr>
          <p:cNvCxnSpPr/>
          <p:nvPr/>
        </p:nvCxnSpPr>
        <p:spPr>
          <a:xfrm>
            <a:off x="5639351" y="11197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1A1866-B1D5-55BC-6091-2BD95730BB6E}"/>
              </a:ext>
            </a:extLst>
          </p:cNvPr>
          <p:cNvCxnSpPr/>
          <p:nvPr/>
        </p:nvCxnSpPr>
        <p:spPr>
          <a:xfrm>
            <a:off x="5992496" y="11197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AB64F6-70AB-3FE8-6E9B-D580E846AC82}"/>
              </a:ext>
            </a:extLst>
          </p:cNvPr>
          <p:cNvCxnSpPr/>
          <p:nvPr/>
        </p:nvCxnSpPr>
        <p:spPr>
          <a:xfrm>
            <a:off x="6307494" y="11197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9C591B7A-B737-7051-CCBC-248C0AB1A4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42995" y="4389422"/>
            <a:ext cx="2906061" cy="159622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D09BB9-5563-CEC2-DE96-097A5009A78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81165" y="4333439"/>
            <a:ext cx="2892428" cy="1580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54CA44-54B7-F6EA-5EEE-98CCD503251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01598" y="4346239"/>
            <a:ext cx="2819450" cy="159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3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86111-DE09-A919-5A5B-0EA4E198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A156EB4-A9B8-B5EC-27DB-9D9800D9E18E}"/>
              </a:ext>
            </a:extLst>
          </p:cNvPr>
          <p:cNvSpPr txBox="1"/>
          <p:nvPr/>
        </p:nvSpPr>
        <p:spPr>
          <a:xfrm>
            <a:off x="172437" y="340088"/>
            <a:ext cx="2292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 4: Multiload 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961443-61AD-7EB2-BEC6-0E564215F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899866"/>
              </p:ext>
            </p:extLst>
          </p:nvPr>
        </p:nvGraphicFramePr>
        <p:xfrm>
          <a:off x="911606" y="2755384"/>
          <a:ext cx="9864928" cy="1746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697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800644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156355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466232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4365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Disconnected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sp>
        <p:nvSpPr>
          <p:cNvPr id="5" name="Cube 4">
            <a:extLst>
              <a:ext uri="{FF2B5EF4-FFF2-40B4-BE49-F238E27FC236}">
                <a16:creationId xmlns:a16="http://schemas.microsoft.com/office/drawing/2014/main" id="{682F592D-758F-68CC-A2B9-F3D388739B20}"/>
              </a:ext>
            </a:extLst>
          </p:cNvPr>
          <p:cNvSpPr/>
          <p:nvPr/>
        </p:nvSpPr>
        <p:spPr>
          <a:xfrm>
            <a:off x="3195785" y="766478"/>
            <a:ext cx="477004" cy="1472347"/>
          </a:xfrm>
          <a:prstGeom prst="cube">
            <a:avLst>
              <a:gd name="adj" fmla="val 65545"/>
            </a:avLst>
          </a:prstGeom>
          <a:pattFill prst="wd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8F19E559-339A-E3F8-BF88-4A4B500F4A10}"/>
              </a:ext>
            </a:extLst>
          </p:cNvPr>
          <p:cNvSpPr/>
          <p:nvPr/>
        </p:nvSpPr>
        <p:spPr>
          <a:xfrm>
            <a:off x="3376491" y="801753"/>
            <a:ext cx="2924767" cy="1419153"/>
          </a:xfrm>
          <a:prstGeom prst="cube">
            <a:avLst>
              <a:gd name="adj" fmla="val 16163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0C4B2D-009F-8FCC-E28A-D1AE7F2B4E37}"/>
              </a:ext>
            </a:extLst>
          </p:cNvPr>
          <p:cNvCxnSpPr/>
          <p:nvPr/>
        </p:nvCxnSpPr>
        <p:spPr>
          <a:xfrm>
            <a:off x="6197153" y="141424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C337BF-0BF3-3657-4C5A-D9EE733F3E37}"/>
              </a:ext>
            </a:extLst>
          </p:cNvPr>
          <p:cNvCxnSpPr/>
          <p:nvPr/>
        </p:nvCxnSpPr>
        <p:spPr>
          <a:xfrm>
            <a:off x="4870682" y="426391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60663D1-AE53-B58F-87E4-F7079E04C7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988695"/>
              </p:ext>
            </p:extLst>
          </p:nvPr>
        </p:nvGraphicFramePr>
        <p:xfrm>
          <a:off x="4312613" y="1904148"/>
          <a:ext cx="620539" cy="29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1960" imgH="139680" progId="Equation.DSMT4">
                  <p:embed/>
                </p:oleObj>
              </mc:Choice>
              <mc:Fallback>
                <p:oleObj name="Equation" r:id="rId3" imgW="291960" imgH="13968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1166A93-3D44-2BFB-8F63-4612A9BE0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12613" y="1904148"/>
                        <a:ext cx="620539" cy="298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34C3FD4-E4FF-B4AA-B70A-E60EB1F0F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429810"/>
              </p:ext>
            </p:extLst>
          </p:nvPr>
        </p:nvGraphicFramePr>
        <p:xfrm>
          <a:off x="5446283" y="1451529"/>
          <a:ext cx="586729" cy="282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1960" imgH="139680" progId="Equation.DSMT4">
                  <p:embed/>
                </p:oleObj>
              </mc:Choice>
              <mc:Fallback>
                <p:oleObj name="Equation" r:id="rId5" imgW="291960" imgH="1396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B89D0C7-A31B-E856-77DD-572B46352D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46283" y="1451529"/>
                        <a:ext cx="586729" cy="282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8FAF490-FD8E-E0DB-E295-541AC9B88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737708"/>
              </p:ext>
            </p:extLst>
          </p:nvPr>
        </p:nvGraphicFramePr>
        <p:xfrm>
          <a:off x="5572977" y="778568"/>
          <a:ext cx="542187" cy="260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1960" imgH="139680" progId="Equation.DSMT4">
                  <p:embed/>
                </p:oleObj>
              </mc:Choice>
              <mc:Fallback>
                <p:oleObj name="Equation" r:id="rId7" imgW="291960" imgH="13968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490A3886-C1C4-3057-65E5-7F868AC25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72977" y="778568"/>
                        <a:ext cx="542187" cy="260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77E7FDDC-6258-E99D-CD83-7ABA8A488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315742"/>
              </p:ext>
            </p:extLst>
          </p:nvPr>
        </p:nvGraphicFramePr>
        <p:xfrm>
          <a:off x="7058102" y="1152714"/>
          <a:ext cx="1355087" cy="63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72840" imgH="317160" progId="Equation.DSMT4">
                  <p:embed/>
                </p:oleObj>
              </mc:Choice>
              <mc:Fallback>
                <p:oleObj name="Equation" r:id="rId9" imgW="672840" imgH="31716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158CD01F-6480-5D36-7934-BA9C6A980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58102" y="1152714"/>
                        <a:ext cx="1355087" cy="639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76002F9F-118C-FC3D-9668-725D6A0CD1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017182"/>
              </p:ext>
            </p:extLst>
          </p:nvPr>
        </p:nvGraphicFramePr>
        <p:xfrm>
          <a:off x="6352097" y="1472310"/>
          <a:ext cx="490537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1200" imgH="139680" progId="Equation.DSMT4">
                  <p:embed/>
                </p:oleObj>
              </mc:Choice>
              <mc:Fallback>
                <p:oleObj name="Equation" r:id="rId11" imgW="241200" imgH="1396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DADDFB26-4266-D8FB-A06E-A2F96878BD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52097" y="1472310"/>
                        <a:ext cx="490537" cy="28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1554791A-8658-841E-FDD3-9351AFB647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833337"/>
              </p:ext>
            </p:extLst>
          </p:nvPr>
        </p:nvGraphicFramePr>
        <p:xfrm>
          <a:off x="4312613" y="168624"/>
          <a:ext cx="618920" cy="28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60" imgH="139680" progId="Equation.DSMT4">
                  <p:embed/>
                </p:oleObj>
              </mc:Choice>
              <mc:Fallback>
                <p:oleObj name="Equation" r:id="rId13" imgW="304560" imgH="1396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DADDFB26-4266-D8FB-A06E-A2F96878BD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12613" y="168624"/>
                        <a:ext cx="618920" cy="284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BAD6ECE2-1607-6CF3-A834-B90B99FC3B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689388"/>
              </p:ext>
            </p:extLst>
          </p:nvPr>
        </p:nvGraphicFramePr>
        <p:xfrm>
          <a:off x="8770377" y="1010448"/>
          <a:ext cx="146526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23600" imgH="380880" progId="Equation.DSMT4">
                  <p:embed/>
                </p:oleObj>
              </mc:Choice>
              <mc:Fallback>
                <p:oleObj name="Equation" r:id="rId15" imgW="723600" imgH="3808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ECF51D2B-B6AC-D71F-5070-2FE10D21B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70377" y="1010448"/>
                        <a:ext cx="1465262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711896CD-DCA5-82A9-7C63-144C4BAF2F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115978"/>
              </p:ext>
            </p:extLst>
          </p:nvPr>
        </p:nvGraphicFramePr>
        <p:xfrm>
          <a:off x="10542588" y="1122363"/>
          <a:ext cx="102870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07960" imgH="139680" progId="Equation.DSMT4">
                  <p:embed/>
                </p:oleObj>
              </mc:Choice>
              <mc:Fallback>
                <p:oleObj name="Equation" r:id="rId17" imgW="507960" imgH="1396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DB7CBFE2-9226-EF7A-6373-848FEF7E37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542588" y="1122363"/>
                        <a:ext cx="1028700" cy="28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F896514F-7C8F-1A60-8D04-017CFFF524CF}"/>
              </a:ext>
            </a:extLst>
          </p:cNvPr>
          <p:cNvSpPr/>
          <p:nvPr/>
        </p:nvSpPr>
        <p:spPr>
          <a:xfrm>
            <a:off x="8651003" y="930513"/>
            <a:ext cx="3033036" cy="9396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A51C204-9E28-B969-1B2E-02B938D86DC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4450" y="4875669"/>
            <a:ext cx="2563653" cy="1415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72F397-20D6-3D77-90F3-7D62BAF5120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06195" y="4700338"/>
            <a:ext cx="2656184" cy="1524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4EB051-DEAA-ED9F-3CCB-63FD5225AF9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86437" y="4799576"/>
            <a:ext cx="2527808" cy="149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5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4EE98-72D6-042D-EED6-F95842A8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B212BFE-7DEE-EE9F-818A-E5A179888F8F}"/>
              </a:ext>
            </a:extLst>
          </p:cNvPr>
          <p:cNvSpPr txBox="1"/>
          <p:nvPr/>
        </p:nvSpPr>
        <p:spPr>
          <a:xfrm>
            <a:off x="172437" y="340088"/>
            <a:ext cx="1523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L-Bracket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DE4141-E25C-DEDE-4B99-0221EF9FE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241320"/>
              </p:ext>
            </p:extLst>
          </p:nvPr>
        </p:nvGraphicFramePr>
        <p:xfrm>
          <a:off x="854952" y="2678331"/>
          <a:ext cx="9864928" cy="1878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697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800644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156355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466232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Most optimal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Fastest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9FDC2E2-0EB8-BE4E-8FBF-E01A51CDF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43" y="191912"/>
            <a:ext cx="2069439" cy="2233207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1B8DA19-74F7-1211-DCF8-3713A1190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894424"/>
              </p:ext>
            </p:extLst>
          </p:nvPr>
        </p:nvGraphicFramePr>
        <p:xfrm>
          <a:off x="6998908" y="693879"/>
          <a:ext cx="16875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8080" imgH="520560" progId="Equation.DSMT4">
                  <p:embed/>
                </p:oleObj>
              </mc:Choice>
              <mc:Fallback>
                <p:oleObj name="Equation" r:id="rId3" imgW="838080" imgH="5205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529DC5D-E05B-47B5-4DBA-171A3E15ED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98908" y="693879"/>
                        <a:ext cx="1687513" cy="104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C526529-FEC5-668C-BCF6-1226353995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947971"/>
              </p:ext>
            </p:extLst>
          </p:nvPr>
        </p:nvGraphicFramePr>
        <p:xfrm>
          <a:off x="8881923" y="755344"/>
          <a:ext cx="1566476" cy="77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80880" progId="Equation.DSMT4">
                  <p:embed/>
                </p:oleObj>
              </mc:Choice>
              <mc:Fallback>
                <p:oleObj name="Equation" r:id="rId5" imgW="774360" imgH="38088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685988A-953D-BC1B-6FCE-56121D97E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81923" y="755344"/>
                        <a:ext cx="1566476" cy="77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2167CF5-A878-84B4-94FF-BD34C81A0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621843"/>
              </p:ext>
            </p:extLst>
          </p:nvPr>
        </p:nvGraphicFramePr>
        <p:xfrm>
          <a:off x="10979150" y="857250"/>
          <a:ext cx="923925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139680" progId="Equation.DSMT4">
                  <p:embed/>
                </p:oleObj>
              </mc:Choice>
              <mc:Fallback>
                <p:oleObj name="Equation" r:id="rId7" imgW="457200" imgH="1396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9656E9B5-B51E-15B9-0840-E2CE330451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979150" y="857250"/>
                        <a:ext cx="923925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5F47326-416B-4D1A-C6B6-9783A2A93A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5243" y="4596650"/>
            <a:ext cx="2188663" cy="2261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54A9E2-60E6-B5E5-DF6D-0B92E6B455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3721" y="4691688"/>
            <a:ext cx="1878483" cy="20412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065359-F1BF-6224-9358-C6C58849F0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0901" y="4652140"/>
            <a:ext cx="2050689" cy="205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5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BB916-6549-9733-A7D0-B6E56A83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4F99B8C-5BBC-A7FD-32E5-28129ADB92D5}"/>
              </a:ext>
            </a:extLst>
          </p:cNvPr>
          <p:cNvSpPr txBox="1"/>
          <p:nvPr/>
        </p:nvSpPr>
        <p:spPr>
          <a:xfrm>
            <a:off x="172437" y="340088"/>
            <a:ext cx="1523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L-Bracket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DADC4-F6ED-0F48-3FD1-EF5691B57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108865"/>
              </p:ext>
            </p:extLst>
          </p:nvPr>
        </p:nvGraphicFramePr>
        <p:xfrm>
          <a:off x="854952" y="2678331"/>
          <a:ext cx="9864928" cy="1878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697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800644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156355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466232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Most optimal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Fastest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44AE22A-7FFB-DABB-B986-143E5B66D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421926"/>
              </p:ext>
            </p:extLst>
          </p:nvPr>
        </p:nvGraphicFramePr>
        <p:xfrm>
          <a:off x="6548756" y="618330"/>
          <a:ext cx="16875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520560" progId="Equation.DSMT4">
                  <p:embed/>
                </p:oleObj>
              </mc:Choice>
              <mc:Fallback>
                <p:oleObj name="Equation" r:id="rId2" imgW="838080" imgH="5205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1B8DA19-74F7-1211-DCF8-3713A11909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48756" y="618330"/>
                        <a:ext cx="1687513" cy="104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DB18873-A5B4-1263-0C29-D185933B6E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627"/>
              </p:ext>
            </p:extLst>
          </p:nvPr>
        </p:nvGraphicFramePr>
        <p:xfrm>
          <a:off x="8405267" y="670243"/>
          <a:ext cx="1566476" cy="77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380880" progId="Equation.DSMT4">
                  <p:embed/>
                </p:oleObj>
              </mc:Choice>
              <mc:Fallback>
                <p:oleObj name="Equation" r:id="rId4" imgW="774360" imgH="3808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C526529-FEC5-668C-BCF6-1226353995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05267" y="670243"/>
                        <a:ext cx="1566476" cy="77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DCE4D46-F78C-A072-FFF8-9A21425F85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871271"/>
              </p:ext>
            </p:extLst>
          </p:nvPr>
        </p:nvGraphicFramePr>
        <p:xfrm>
          <a:off x="10412784" y="853244"/>
          <a:ext cx="1027113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139680" progId="Equation.DSMT4">
                  <p:embed/>
                </p:oleObj>
              </mc:Choice>
              <mc:Fallback>
                <p:oleObj name="Equation" r:id="rId6" imgW="507960" imgH="1396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2167CF5-A878-84B4-94FF-BD34C81A0C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12784" y="853244"/>
                        <a:ext cx="1027113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11A9729-0AD2-D218-8C64-89EF1FD005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2602" y="4557319"/>
            <a:ext cx="2660870" cy="22666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FE4BAD-71F6-681F-F67B-0C07EBD2CC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0743" y="4776714"/>
            <a:ext cx="2328904" cy="201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62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F4478-5F7F-8098-FA03-97994B77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E9B9AE9-937E-4022-FF6D-996C7B64D755}"/>
              </a:ext>
            </a:extLst>
          </p:cNvPr>
          <p:cNvSpPr txBox="1"/>
          <p:nvPr/>
        </p:nvSpPr>
        <p:spPr>
          <a:xfrm>
            <a:off x="172437" y="340088"/>
            <a:ext cx="3226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 7: Distributed Load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F77B61-F1AC-3256-2796-A72BDC824C48}"/>
              </a:ext>
            </a:extLst>
          </p:cNvPr>
          <p:cNvGraphicFramePr>
            <a:graphicFrameLocks noGrp="1"/>
          </p:cNvGraphicFramePr>
          <p:nvPr/>
        </p:nvGraphicFramePr>
        <p:xfrm>
          <a:off x="880477" y="2356626"/>
          <a:ext cx="10302675" cy="1746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671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924920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296415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575669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4365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Best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sp>
        <p:nvSpPr>
          <p:cNvPr id="3" name="Cube 2">
            <a:extLst>
              <a:ext uri="{FF2B5EF4-FFF2-40B4-BE49-F238E27FC236}">
                <a16:creationId xmlns:a16="http://schemas.microsoft.com/office/drawing/2014/main" id="{83DBB287-30BF-F1FA-A177-9EE9BCFC20EB}"/>
              </a:ext>
            </a:extLst>
          </p:cNvPr>
          <p:cNvSpPr/>
          <p:nvPr/>
        </p:nvSpPr>
        <p:spPr>
          <a:xfrm>
            <a:off x="4061234" y="526272"/>
            <a:ext cx="2448645" cy="1295631"/>
          </a:xfrm>
          <a:prstGeom prst="cube">
            <a:avLst>
              <a:gd name="adj" fmla="val 288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529DC5D-E05B-47B5-4DBA-171A3E15ED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540865"/>
              </p:ext>
            </p:extLst>
          </p:nvPr>
        </p:nvGraphicFramePr>
        <p:xfrm>
          <a:off x="7070725" y="669925"/>
          <a:ext cx="16875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520560" progId="Equation.DSMT4">
                  <p:embed/>
                </p:oleObj>
              </mc:Choice>
              <mc:Fallback>
                <p:oleObj name="Equation" r:id="rId2" imgW="838080" imgH="5205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19977F4-BFFA-4028-C706-3A53B4702D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70725" y="669925"/>
                        <a:ext cx="1687513" cy="104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0CEAAE59-809B-4F43-BA3B-2E2D783550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1763" y="1827659"/>
          <a:ext cx="40481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39680" progId="Equation.DSMT4">
                  <p:embed/>
                </p:oleObj>
              </mc:Choice>
              <mc:Fallback>
                <p:oleObj name="Equation" r:id="rId4" imgW="190440" imgH="1396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B901719D-CD6A-8951-3062-406E1AF4F1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11763" y="1827659"/>
                        <a:ext cx="404812" cy="29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922875F-53B9-0AE6-0621-F679CEAE09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514991"/>
              </p:ext>
            </p:extLst>
          </p:nvPr>
        </p:nvGraphicFramePr>
        <p:xfrm>
          <a:off x="5894879" y="1011296"/>
          <a:ext cx="58420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60" imgH="126720" progId="Equation.DSMT4">
                  <p:embed/>
                </p:oleObj>
              </mc:Choice>
              <mc:Fallback>
                <p:oleObj name="Equation" r:id="rId6" imgW="291960" imgH="12672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FE9696E-F4B9-87BC-785B-6480012F3C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94879" y="1011296"/>
                        <a:ext cx="584200" cy="258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4EB36074-32FD-2E2F-E608-8CBFD0DFBF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387600"/>
              </p:ext>
            </p:extLst>
          </p:nvPr>
        </p:nvGraphicFramePr>
        <p:xfrm>
          <a:off x="6192379" y="201356"/>
          <a:ext cx="635000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20" imgH="139680" progId="Equation.DSMT4">
                  <p:embed/>
                </p:oleObj>
              </mc:Choice>
              <mc:Fallback>
                <p:oleObj name="Equation" r:id="rId8" imgW="342720" imgH="1396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6EF28805-C2DB-A0CE-4DC7-9A4CB06A3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92379" y="201356"/>
                        <a:ext cx="635000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685988A-953D-BC1B-6FCE-56121D97E1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537944"/>
              </p:ext>
            </p:extLst>
          </p:nvPr>
        </p:nvGraphicFramePr>
        <p:xfrm>
          <a:off x="8988927" y="788018"/>
          <a:ext cx="1566476" cy="77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380880" progId="Equation.DSMT4">
                  <p:embed/>
                </p:oleObj>
              </mc:Choice>
              <mc:Fallback>
                <p:oleObj name="Equation" r:id="rId10" imgW="774360" imgH="38088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9A92D55B-3564-F721-5FED-4A1BFFF0B8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88927" y="788018"/>
                        <a:ext cx="1566476" cy="77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ube 16">
            <a:extLst>
              <a:ext uri="{FF2B5EF4-FFF2-40B4-BE49-F238E27FC236}">
                <a16:creationId xmlns:a16="http://schemas.microsoft.com/office/drawing/2014/main" id="{55FE65BD-4559-612E-124C-F652B6C1C649}"/>
              </a:ext>
            </a:extLst>
          </p:cNvPr>
          <p:cNvSpPr/>
          <p:nvPr/>
        </p:nvSpPr>
        <p:spPr>
          <a:xfrm>
            <a:off x="6392184" y="1774376"/>
            <a:ext cx="133585" cy="100109"/>
          </a:xfrm>
          <a:prstGeom prst="cube">
            <a:avLst>
              <a:gd name="adj" fmla="val 6842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9656E9B5-B51E-15B9-0840-E2CE330451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596597"/>
              </p:ext>
            </p:extLst>
          </p:nvPr>
        </p:nvGraphicFramePr>
        <p:xfrm>
          <a:off x="10927710" y="856514"/>
          <a:ext cx="1027112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139680" progId="Equation.DSMT4">
                  <p:embed/>
                </p:oleObj>
              </mc:Choice>
              <mc:Fallback>
                <p:oleObj name="Equation" r:id="rId12" imgW="507960" imgH="1396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066A186E-B80E-4539-3645-66F12323F5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927710" y="856514"/>
                        <a:ext cx="1027112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Cube 24">
            <a:extLst>
              <a:ext uri="{FF2B5EF4-FFF2-40B4-BE49-F238E27FC236}">
                <a16:creationId xmlns:a16="http://schemas.microsoft.com/office/drawing/2014/main" id="{CFA5F753-D14F-E80A-54FF-CF7D94A7CE90}"/>
              </a:ext>
            </a:extLst>
          </p:cNvPr>
          <p:cNvSpPr/>
          <p:nvPr/>
        </p:nvSpPr>
        <p:spPr>
          <a:xfrm>
            <a:off x="4045344" y="1771848"/>
            <a:ext cx="133585" cy="100109"/>
          </a:xfrm>
          <a:prstGeom prst="cube">
            <a:avLst>
              <a:gd name="adj" fmla="val 6842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FF8B65-A3C0-3806-513B-0DEF1A8231DC}"/>
              </a:ext>
            </a:extLst>
          </p:cNvPr>
          <p:cNvCxnSpPr/>
          <p:nvPr/>
        </p:nvCxnSpPr>
        <p:spPr>
          <a:xfrm>
            <a:off x="5261698" y="1135509"/>
            <a:ext cx="0" cy="456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825CF3D-982F-15AB-B9BE-D8DCF6A46D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790778"/>
              </p:ext>
            </p:extLst>
          </p:nvPr>
        </p:nvGraphicFramePr>
        <p:xfrm>
          <a:off x="4315479" y="717003"/>
          <a:ext cx="14732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203040" progId="Equation.DSMT4">
                  <p:embed/>
                </p:oleObj>
              </mc:Choice>
              <mc:Fallback>
                <p:oleObj name="Equation" r:id="rId14" imgW="736560" imgH="2030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922875F-53B9-0AE6-0621-F679CEAE09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315479" y="717003"/>
                        <a:ext cx="1473200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79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F4478-5F7F-8098-FA03-97994B77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E9B9AE9-937E-4022-FF6D-996C7B64D755}"/>
              </a:ext>
            </a:extLst>
          </p:cNvPr>
          <p:cNvSpPr txBox="1"/>
          <p:nvPr/>
        </p:nvSpPr>
        <p:spPr>
          <a:xfrm>
            <a:off x="172437" y="340088"/>
            <a:ext cx="3666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 7: </a:t>
            </a:r>
            <a:r>
              <a:rPr lang="en-US" sz="2400" b="1" dirty="0" err="1"/>
              <a:t>Blisk</a:t>
            </a:r>
            <a:r>
              <a:rPr lang="en-US" sz="2400" b="1" dirty="0"/>
              <a:t> Quarter Model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F77B61-F1AC-3256-2796-A72BDC824C48}"/>
              </a:ext>
            </a:extLst>
          </p:cNvPr>
          <p:cNvGraphicFramePr>
            <a:graphicFrameLocks noGrp="1"/>
          </p:cNvGraphicFramePr>
          <p:nvPr/>
        </p:nvGraphicFramePr>
        <p:xfrm>
          <a:off x="880477" y="2356626"/>
          <a:ext cx="10302675" cy="1746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671">
                  <a:extLst>
                    <a:ext uri="{9D8B030D-6E8A-4147-A177-3AD203B41FA5}">
                      <a16:colId xmlns:a16="http://schemas.microsoft.com/office/drawing/2014/main" val="3043902692"/>
                    </a:ext>
                  </a:extLst>
                </a:gridCol>
                <a:gridCol w="2924920">
                  <a:extLst>
                    <a:ext uri="{9D8B030D-6E8A-4147-A177-3AD203B41FA5}">
                      <a16:colId xmlns:a16="http://schemas.microsoft.com/office/drawing/2014/main" val="3955212538"/>
                    </a:ext>
                  </a:extLst>
                </a:gridCol>
                <a:gridCol w="3296415">
                  <a:extLst>
                    <a:ext uri="{9D8B030D-6E8A-4147-A177-3AD203B41FA5}">
                      <a16:colId xmlns:a16="http://schemas.microsoft.com/office/drawing/2014/main" val="3993337171"/>
                    </a:ext>
                  </a:extLst>
                </a:gridCol>
                <a:gridCol w="2575669">
                  <a:extLst>
                    <a:ext uri="{9D8B030D-6E8A-4147-A177-3AD203B41FA5}">
                      <a16:colId xmlns:a16="http://schemas.microsoft.com/office/drawing/2014/main" val="2225047745"/>
                    </a:ext>
                  </a:extLst>
                </a:gridCol>
              </a:tblGrid>
              <a:tr h="4365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33216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J*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775853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886280"/>
                  </a:ext>
                </a:extLst>
              </a:tr>
              <a:tr h="436574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Best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79498"/>
                  </a:ext>
                </a:extLst>
              </a:tr>
            </a:tbl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529DC5D-E05B-47B5-4DBA-171A3E15ED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0725" y="669925"/>
          <a:ext cx="16875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520560" progId="Equation.DSMT4">
                  <p:embed/>
                </p:oleObj>
              </mc:Choice>
              <mc:Fallback>
                <p:oleObj name="Equation" r:id="rId2" imgW="838080" imgH="5205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529DC5D-E05B-47B5-4DBA-171A3E15ED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70725" y="669925"/>
                        <a:ext cx="1687513" cy="104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685988A-953D-BC1B-6FCE-56121D97E1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8927" y="788018"/>
          <a:ext cx="1566476" cy="77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380880" progId="Equation.DSMT4">
                  <p:embed/>
                </p:oleObj>
              </mc:Choice>
              <mc:Fallback>
                <p:oleObj name="Equation" r:id="rId4" imgW="774360" imgH="38088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685988A-953D-BC1B-6FCE-56121D97E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88927" y="788018"/>
                        <a:ext cx="1566476" cy="77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9656E9B5-B51E-15B9-0840-E2CE33045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27710" y="856514"/>
          <a:ext cx="1027112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139680" progId="Equation.DSMT4">
                  <p:embed/>
                </p:oleObj>
              </mc:Choice>
              <mc:Fallback>
                <p:oleObj name="Equation" r:id="rId6" imgW="507960" imgH="1396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9656E9B5-B51E-15B9-0840-E2CE330451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927710" y="856514"/>
                        <a:ext cx="1027112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9651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922415-8536-90D4-9BA1-E449038D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69" y="691932"/>
            <a:ext cx="8186146" cy="579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74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00FA-E906-253A-7E1C-926E67C4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D45998A-203F-0B7B-9283-7DB7BDE17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94" y="1137508"/>
            <a:ext cx="7956606" cy="51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5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2B376D-4B11-D691-17D1-255FCE2A2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51" y="560596"/>
            <a:ext cx="6238102" cy="47247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E27BEC-02E4-DEC5-98C1-74FF89648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913" y="2319350"/>
            <a:ext cx="4764813" cy="60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12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E8F213-2F3F-0D6D-EE24-096059EAA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42" y="877939"/>
            <a:ext cx="5836112" cy="449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9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3670</TotalTime>
  <Words>388</Words>
  <Application>Microsoft Office PowerPoint</Application>
  <PresentationFormat>Widescreen</PresentationFormat>
  <Paragraphs>178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Krishnan Suresh</dc:creator>
  <cp:lastModifiedBy>Krishnan Suresh</cp:lastModifiedBy>
  <cp:revision>273</cp:revision>
  <dcterms:created xsi:type="dcterms:W3CDTF">2025-02-16T22:49:13Z</dcterms:created>
  <dcterms:modified xsi:type="dcterms:W3CDTF">2025-03-11T23:46:08Z</dcterms:modified>
</cp:coreProperties>
</file>